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86200" y="73152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194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PriceHawk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914400" y="30175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Price Intelligence for Retailers &amp; Consumers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914400" y="3840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MSIS 521B  |  Information Technology &amp; Marketing in the New Economy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1440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Foster School of Business  |  Winter 2026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Pricing Blind Spots Hurt Everyone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25146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554480"/>
            <a:ext cx="54864" cy="1920240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78308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7373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30%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914400" y="23774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price variance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same product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retailers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429000" y="1554480"/>
            <a:ext cx="25146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29000" y="1554480"/>
            <a:ext cx="54864" cy="1920240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178308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206240" y="17373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3200" dirty="0"/>
          </a:p>
        </p:txBody>
      </p:sp>
      <p:sp>
        <p:nvSpPr>
          <p:cNvPr id="13" name="Text 9"/>
          <p:cNvSpPr/>
          <p:nvPr/>
        </p:nvSpPr>
        <p:spPr>
          <a:xfrm>
            <a:off x="3703320" y="23774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retailers manually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competitor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217920" y="1554480"/>
            <a:ext cx="25146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17920" y="1554480"/>
            <a:ext cx="54864" cy="1920240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78308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995160" y="17373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4.2 hrs</a:t>
            </a:r>
            <a:endParaRPr lang="en-US" sz="3200" dirty="0"/>
          </a:p>
        </p:txBody>
      </p:sp>
      <p:sp>
        <p:nvSpPr>
          <p:cNvPr id="18" name="Text 13"/>
          <p:cNvSpPr/>
          <p:nvPr/>
        </p:nvSpPr>
        <p:spPr>
          <a:xfrm>
            <a:off x="6492240" y="23774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spent per purchase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buyers comparing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640080" y="3749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Pain Points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406908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Retailers struggle to monitor competitor pricing at scale — manual tracking is slow and error-prone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buyers can't easily compare identical products across suppliers with inconsistent naming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lack a single view of price + quality, and existing tools rely on exact-match lookups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 PriceHawk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dual-purpose price intelligence platform that uses NLP to help retailers optimize competitive pricing and help buyers find the best sourcing options.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374904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286000"/>
            <a:ext cx="548640" cy="548640"/>
          </a:xfrm>
          <a:prstGeom prst="ellipse">
            <a:avLst/>
          </a:prstGeom>
          <a:solidFill>
            <a:srgbClr val="FEF3C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95728"/>
            <a:ext cx="329184" cy="3291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22402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Product Matching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55448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NLP-powered entity matching identifies the same product across retailers, even with varied naming conventions.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754880" y="2103120"/>
            <a:ext cx="374904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937760" y="2286000"/>
            <a:ext cx="548640" cy="548640"/>
          </a:xfrm>
          <a:prstGeom prst="ellipse">
            <a:avLst/>
          </a:prstGeom>
          <a:solidFill>
            <a:srgbClr val="FEF3C7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488" y="2395728"/>
            <a:ext cx="329184" cy="32918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669280" y="22402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 Price Monitoring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566928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Retailers and manufacturers track competitor pricing in real time with automated alerts on market shifts.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3520440"/>
            <a:ext cx="374904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rgbClr val="FEF3C7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3813048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54480" y="36576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Comparison Dashboard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1554480" y="39776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buyers and consumers see price history, best deals, and quality ratings across suppliers side by side.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754880" y="3520440"/>
            <a:ext cx="374904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937760" y="3703320"/>
            <a:ext cx="548640" cy="548640"/>
          </a:xfrm>
          <a:prstGeom prst="ellipse">
            <a:avLst/>
          </a:prstGeom>
          <a:solidFill>
            <a:srgbClr val="FEF3C7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3813048"/>
            <a:ext cx="329184" cy="32918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669280" y="36576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Sentiment-Driven Insights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5669280" y="39776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sentiment analysis helps weigh price vs. quality — useful for both sourcing decisions and pricing strategy.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 &amp; 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Benefits from PriceHawk?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251460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508760"/>
            <a:ext cx="25146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5740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25603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Buyers &amp;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315468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 sourcing products from suppliers who need to quickly find the best prices and make informed purchasing decisions.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29000" y="1508760"/>
            <a:ext cx="251460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429000" y="1508760"/>
            <a:ext cx="25146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Text 9"/>
          <p:cNvSpPr/>
          <p:nvPr/>
        </p:nvSpPr>
        <p:spPr>
          <a:xfrm>
            <a:off x="3611880" y="17373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9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2057400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611880" y="25603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Retailers &amp;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Manufacturers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3611880" y="315468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Businesses monitoring competitor pricing, optimizing their own strategies, and understanding market positioning.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508760"/>
            <a:ext cx="251460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17920" y="1508760"/>
            <a:ext cx="25146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0" y="17373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</a:t>
            </a:r>
            <a:endParaRPr lang="en-US" sz="90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057400"/>
            <a:ext cx="411480" cy="4114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400800" y="25603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6400800" y="315468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who want the best deal across e-commerce platforms without spending hours comparing manually.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640080" y="4343400"/>
            <a:ext cx="7863840" cy="548640"/>
          </a:xfrm>
          <a:prstGeom prst="rect">
            <a:avLst/>
          </a:prstGeom>
          <a:solidFill>
            <a:srgbClr val="FEF3C7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43484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280160" y="43434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global price intelligence market is projected to reach $5.5B+ by 2027, driven by e-commerce growth and the need for competitive pricing.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SOURCES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Our Data Comes From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493776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916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15819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Listings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371600" y="185623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Scraped from major retailers (Amazon, Walmart, Best Buy, Target) via public APIs and structured data.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40080" y="2377440"/>
            <a:ext cx="493776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56032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24505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Reviews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371600" y="272491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text and ratings collected for sentiment analysis and quality scoring.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40080" y="3246120"/>
            <a:ext cx="493776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42900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71600" y="331927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History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1371600" y="359359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pricing data tracked over time to identify trends and optimal purchase windows.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40080" y="4114800"/>
            <a:ext cx="493776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297680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71600" y="418795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Metadata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371600" y="446227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Specifications, categories, and descriptions used for NLP-based product matching.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943600" y="1508760"/>
            <a:ext cx="2560320" cy="32918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1" name="Text 15"/>
          <p:cNvSpPr/>
          <p:nvPr/>
        </p:nvSpPr>
        <p:spPr>
          <a:xfrm>
            <a:off x="6126480" y="1691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Overview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6126480" y="2194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10,000+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126480" y="24688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Tracked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6126480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Major</a:t>
            </a:r>
            <a:endParaRPr lang="en-US" sz="2000" dirty="0"/>
          </a:p>
        </p:txBody>
      </p:sp>
      <p:sp>
        <p:nvSpPr>
          <p:cNvPr id="25" name="Text 19"/>
          <p:cNvSpPr/>
          <p:nvPr/>
        </p:nvSpPr>
        <p:spPr>
          <a:xfrm>
            <a:off x="6126480" y="30632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Retailers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6126480" y="3383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50,000+</a:t>
            </a:r>
            <a:endParaRPr lang="en-US" sz="2000" dirty="0"/>
          </a:p>
        </p:txBody>
      </p:sp>
      <p:sp>
        <p:nvSpPr>
          <p:cNvPr id="27" name="Text 21"/>
          <p:cNvSpPr/>
          <p:nvPr/>
        </p:nvSpPr>
        <p:spPr>
          <a:xfrm>
            <a:off x="6126480" y="36576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Analyzed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6126480" y="3977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100K+</a:t>
            </a:r>
            <a:endParaRPr lang="en-US" sz="2000" dirty="0"/>
          </a:p>
        </p:txBody>
      </p:sp>
      <p:sp>
        <p:nvSpPr>
          <p:cNvPr id="29" name="Text 23"/>
          <p:cNvSpPr/>
          <p:nvPr/>
        </p:nvSpPr>
        <p:spPr>
          <a:xfrm>
            <a:off x="6126480" y="42519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Points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APPROACH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PriceHawk Works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92024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43000" y="1691640"/>
            <a:ext cx="502920" cy="50292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23317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28346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scraping product listings, prices &amp; reviews from retailers</a:t>
            </a:r>
            <a:endParaRPr lang="en-US" sz="10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7440" y="2468880"/>
            <a:ext cx="274320" cy="2743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651760" y="1554480"/>
            <a:ext cx="192024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337560" y="1691640"/>
            <a:ext cx="502920" cy="50292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9"/>
          <p:cNvSpPr/>
          <p:nvPr/>
        </p:nvSpPr>
        <p:spPr>
          <a:xfrm>
            <a:off x="333756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2788920" y="23317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788920" y="28346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cleaning, tokenization, entity extraction using BERT embeddings</a:t>
            </a:r>
            <a:endParaRPr lang="en-US" sz="10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468880"/>
            <a:ext cx="274320" cy="27432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4846320" y="1554480"/>
            <a:ext cx="192024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532120" y="1691640"/>
            <a:ext cx="502920" cy="50292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4"/>
          <p:cNvSpPr/>
          <p:nvPr/>
        </p:nvSpPr>
        <p:spPr>
          <a:xfrm>
            <a:off x="553212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4983480" y="23317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4983480" y="28346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similarity matching to link identical products across stores</a:t>
            </a:r>
            <a:endParaRPr lang="en-US" sz="105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468880"/>
            <a:ext cx="274320" cy="274320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7040880" y="1554480"/>
            <a:ext cx="192024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726680" y="1691640"/>
            <a:ext cx="502920" cy="50292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4" name="Text 19"/>
          <p:cNvSpPr/>
          <p:nvPr/>
        </p:nvSpPr>
        <p:spPr>
          <a:xfrm>
            <a:off x="772668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7178040" y="23317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Alerts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7178040" y="28346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comparison view with price trend charts &amp; drop alerts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457200" y="4114800"/>
            <a:ext cx="82296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Text 23"/>
          <p:cNvSpPr/>
          <p:nvPr/>
        </p:nvSpPr>
        <p:spPr>
          <a:xfrm>
            <a:off x="640080" y="41605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Stack:</a:t>
            </a:r>
            <a:endParaRPr lang="en-US" sz="1200" dirty="0"/>
          </a:p>
        </p:txBody>
      </p:sp>
      <p:sp>
        <p:nvSpPr>
          <p:cNvPr id="29" name="Text 24"/>
          <p:cNvSpPr/>
          <p:nvPr/>
        </p:nvSpPr>
        <p:spPr>
          <a:xfrm>
            <a:off x="640080" y="44348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 •  BERT / Sentence Transformers  •  BeautifulSoup  •  Pandas  •  Streamlit  •  Plotly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PriceHawk in Action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78638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417320"/>
            <a:ext cx="7863840" cy="38404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44475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PriceHawk Dashboard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201168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 Insert Live Demo Screenshot Here  ]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Demo Features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43434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Retailer view: monitor competitor prices and get alerts on market shifts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view: compare sourcing options with price + quality scores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view: search products and see best deals across 5+ retailers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PriceHawk Matters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25146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916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1488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~23%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822960" y="26060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savings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for buyers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29000" y="1508760"/>
            <a:ext cx="25146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169164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11880" y="21488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90%+</a:t>
            </a:r>
            <a:endParaRPr lang="en-US" sz="3200" dirty="0"/>
          </a:p>
        </p:txBody>
      </p:sp>
      <p:sp>
        <p:nvSpPr>
          <p:cNvPr id="11" name="Text 7"/>
          <p:cNvSpPr/>
          <p:nvPr/>
        </p:nvSpPr>
        <p:spPr>
          <a:xfrm>
            <a:off x="3611880" y="26060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matching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with BERT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17920" y="1508760"/>
            <a:ext cx="25146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69164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00800" y="21488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3 sec</a:t>
            </a:r>
            <a:endParaRPr lang="en-US" sz="3200" dirty="0"/>
          </a:p>
        </p:txBody>
      </p:sp>
      <p:sp>
        <p:nvSpPr>
          <p:cNvPr id="15" name="Text 10"/>
          <p:cNvSpPr/>
          <p:nvPr/>
        </p:nvSpPr>
        <p:spPr>
          <a:xfrm>
            <a:off x="6400800" y="26060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price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delivered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640080" y="3383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Value</a:t>
            </a:r>
            <a:endParaRPr lang="en-US" sz="16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822192"/>
            <a:ext cx="201168" cy="2011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60120" y="37947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Retailers gain real-time competitor intelligence to optimize pricing strategies</a:t>
            </a:r>
            <a:endParaRPr lang="en-US" sz="120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142232"/>
            <a:ext cx="201168" cy="20116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960120" y="411480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buyers identify best sourcing options faster, cutting procurement costs</a:t>
            </a:r>
            <a:endParaRPr lang="en-US" sz="120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462272"/>
            <a:ext cx="201168" cy="201168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960120" y="44348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make data-driven purchasing decisions with price + quality insights</a:t>
            </a:r>
            <a:endParaRPr lang="en-US" sz="1200" dirty="0"/>
          </a:p>
        </p:txBody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4782312"/>
            <a:ext cx="201168" cy="201168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960120" y="47548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NLP-based matching outperforms keyword-only tools across all user segments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Next for PriceHawk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51560" y="2240280"/>
            <a:ext cx="36576" cy="4572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645920"/>
            <a:ext cx="594360" cy="594360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755648"/>
            <a:ext cx="365760" cy="3657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645920" y="1508760"/>
            <a:ext cx="667512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828800" y="15819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828800" y="178308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Retailer Coverage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828800" y="20574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10+ additional retailers and international market support.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051560" y="3383280"/>
            <a:ext cx="36576" cy="4572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Shape 9"/>
          <p:cNvSpPr/>
          <p:nvPr/>
        </p:nvSpPr>
        <p:spPr>
          <a:xfrm>
            <a:off x="777240" y="2788920"/>
            <a:ext cx="594360" cy="594360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898648"/>
            <a:ext cx="365760" cy="36576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1645920" y="2651760"/>
            <a:ext cx="667512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1828800" y="27249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1828800" y="292608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Recommendations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1828800" y="32004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ML-powered suggestions based on purchase history and preferences.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77240" y="3931920"/>
            <a:ext cx="594360" cy="594360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4041648"/>
            <a:ext cx="365760" cy="36576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1645920" y="3794760"/>
            <a:ext cx="667512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1828800" y="38679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1828800" y="406908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 &amp; Browser Extension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1828800" y="43434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price alerts and one-click comparison while browsing.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86200" y="73152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1945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You!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914400" y="2926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914400" y="3657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PriceHawk  |  Price Intelligence for Retailers &amp; Consumers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14400" y="4023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MSIS 521B  •  Foster School of Business  •  Winter 2026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PriceHawk - AI-Powered Price Intelligence</dc:title>
  <dc:subject>PptxGenJS Presentation</dc:subject>
  <dc:creator>PriceHawk Team</dc:creator>
  <cp:lastModifiedBy>PriceHawk Team</cp:lastModifiedBy>
  <cp:revision>1</cp:revision>
  <dcterms:created xsi:type="dcterms:W3CDTF">2026-03-07T01:05:29Z</dcterms:created>
  <dcterms:modified xsi:type="dcterms:W3CDTF">2026-03-07T01:05:29Z</dcterms:modified>
</cp:coreProperties>
</file>